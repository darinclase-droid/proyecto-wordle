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B4nxX8LAs4gfuebM3R/ktEtgg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114800" y="9144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Wordle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114800" y="16916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PRO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14800" y="2651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Proyecto Intermodular — DAW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14800" y="3154680"/>
            <a:ext cx="2286000" cy="36576"/>
          </a:xfrm>
          <a:prstGeom prst="rect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0" y="33375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Darín Atanasov Atanasov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0" y="37033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IES Matemático Puig Adam  ·  2025-2026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0" y="40233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Módulos: 0612 · 0615 · 0487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0" y="42976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Tutora: Maribel Sánchez Murillo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0" y="373050"/>
            <a:ext cx="3810000" cy="419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¿Qué es Wordle PRO?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40080" y="1234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El juego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69164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Adivina una palabra de 5 letras en un máximo de 6 intentos.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Tras cada intento el sistema colorea las celdas: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Verde: letra correcta en posición correcta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Amarillo: letra existe pero en otra posición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Gris: letra no pertenece a la palabra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¿Por qué PRO?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937760" y="1737360"/>
            <a:ext cx="35661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Partidas ilimitadas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Perfiles de usuario múltiples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Modo contrarreloj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Tema día / noche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 con diccionario JSON (Hunspell es_ES)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responsive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Tecnologías utilizadas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65760" y="1188720"/>
            <a:ext cx="256032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365760" y="1188720"/>
            <a:ext cx="73152" cy="1554480"/>
          </a:xfrm>
          <a:prstGeom prst="rect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30352" y="1371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HTML5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30352" y="181051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Estructura semántica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y atributos data-*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00400" y="1188720"/>
            <a:ext cx="256032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3200400" y="1188720"/>
            <a:ext cx="73152" cy="155448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364992" y="1371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CSS3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364992" y="181051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Variables, clamp(),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animaciones, temas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035040" y="1188720"/>
            <a:ext cx="73152" cy="1554480"/>
          </a:xfrm>
          <a:prstGeom prst="rect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199632" y="1371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JavaScript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199632" y="181051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ES2022 vanilla,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async/await, Fetch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3017520"/>
            <a:ext cx="256032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30352" y="3200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localStorage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30352" y="363931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Perfiles y stats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persistentes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0" y="3017520"/>
            <a:ext cx="256032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0" y="3017520"/>
            <a:ext cx="73152" cy="1554480"/>
          </a:xfrm>
          <a:prstGeom prst="rect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364992" y="3200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JSON Hunspell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64992" y="363931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836 palabras curadas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validación local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35040" y="3017520"/>
            <a:ext cx="256032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035040" y="3017520"/>
            <a:ext cx="73152" cy="155448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199632" y="3200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Git &amp;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99632" y="363931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y GitHub Pages 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Arquitectura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1143000"/>
            <a:ext cx="4389120" cy="685800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40080" y="12161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index.html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743200" y="1234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Estructura + estilos CSS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2057400"/>
            <a:ext cx="4389120" cy="68580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40080" y="21305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script.js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743200" y="21488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Lógica del juego (~420 líneas)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2971800"/>
            <a:ext cx="4389120" cy="685800"/>
          </a:xfrm>
          <a:prstGeom prst="rect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40080" y="30449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palabras.json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0" y="3063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836 palabras curadas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3886200"/>
            <a:ext cx="4389120" cy="685800"/>
          </a:xfrm>
          <a:prstGeom prst="rect">
            <a:avLst/>
          </a:prstGeom>
          <a:solidFill>
            <a:srgbClr val="818384"/>
          </a:solidFill>
          <a:ln cap="flat" cmpd="sng" w="12700">
            <a:solidFill>
              <a:srgbClr val="81838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0080" y="39593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localStorage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3200" y="3977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Perfiles, </a:t>
            </a:r>
            <a:r>
              <a:rPr lang="en-US" sz="1100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estadísticas</a:t>
            </a:r>
            <a:r>
              <a:rPr b="0" i="0" lang="en-US" sz="11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100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b="0" i="0" lang="en-US" sz="11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21208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Módulos lógicos del script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212080" y="150876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Tema día/noche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Validación con JSON 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Sistema de perfiles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Tablero · Teclado · Animaciones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Lógica de juego (calcularResultados)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Temporizador · Chuleta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Flujo de una partida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77240" y="1097280"/>
            <a:ext cx="822960" cy="822960"/>
          </a:xfrm>
          <a:prstGeom prst="ellipse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77240" y="1097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1737360" y="14813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365760" y="2103120"/>
            <a:ext cx="1600200" cy="20116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57200" y="22402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Nueva partida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274320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 elige palabra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aleatoria del 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496312" y="1097280"/>
            <a:ext cx="822960" cy="822960"/>
          </a:xfrm>
          <a:prstGeom prst="ellipse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2496312" y="1097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3456432" y="14813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/>
          <p:nvPr/>
        </p:nvSpPr>
        <p:spPr>
          <a:xfrm>
            <a:off x="2084832" y="2103120"/>
            <a:ext cx="1600200" cy="20116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2176272" y="22402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Escribe intento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176272" y="274320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5 letras con teclado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virtual o físico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215384" y="1097280"/>
            <a:ext cx="822960" cy="822960"/>
          </a:xfrm>
          <a:prstGeom prst="ellipse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215384" y="1097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>
            <a:off x="5175504" y="14813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"/>
          <p:cNvSpPr/>
          <p:nvPr/>
        </p:nvSpPr>
        <p:spPr>
          <a:xfrm>
            <a:off x="3803904" y="2103120"/>
            <a:ext cx="1600200" cy="20116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895344" y="22402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Pulsa Enter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895344" y="274320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Validación via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diccionario JSON local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934456" y="1097280"/>
            <a:ext cx="822960" cy="822960"/>
          </a:xfrm>
          <a:prstGeom prst="ellipse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934456" y="1097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6894576" y="14813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5522976" y="2103120"/>
            <a:ext cx="1600200" cy="20116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614416" y="22402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Animación flip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614416" y="274320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Celdas se colorean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 forma escalonada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653528" y="1097280"/>
            <a:ext cx="822960" cy="822960"/>
          </a:xfrm>
          <a:prstGeom prst="ellipse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653528" y="1097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242048" y="2103120"/>
            <a:ext cx="1600200" cy="20116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333488" y="22402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¿Adivinada?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333488" y="274320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Sí → Victoria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 → Siguiente fila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Funcionalidades destacadas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65760" y="1097280"/>
            <a:ext cx="64008" cy="1554480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48640" y="12070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Validación con JSON local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162763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API de la RAE fue descartada: CORS bloquea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peticiones desde GitHub Pages (NetworkError).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 con palabras.includes() sobre 836 palabras Hunspell.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754880" y="1097280"/>
            <a:ext cx="64008" cy="155448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937760" y="12070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Sistema de perfiles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937760" y="162763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Perfiles dinámicos con IDs únicos en localStorage.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perfil guarda: nombre, jugadas, ganadas y derrotas.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puede crear, borrar, editar y reiniciar con confirmación.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65760" y="2743200"/>
            <a:ext cx="411480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65760" y="2743200"/>
            <a:ext cx="64008" cy="1554480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48640" y="285292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Animaciones sincronizadas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327355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setTimeout escalonado (i × 300ms) para el flip de celdas.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 animando separa el bloqueo de input del fin de partida.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Captura de referencias locales antes de los timeouts.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754880" y="2743200"/>
            <a:ext cx="4114800" cy="155448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754880" y="2743200"/>
            <a:ext cx="64008" cy="155448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937760" y="285292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Tema día / noche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937760" y="327355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CSS en :root (noche) sobreescritas en [data-tema='dia'].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Cambio suave con transition: 0.3s en body.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Preferencia persistida en localStorage.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Validación: decisión técnica adoptada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C04040"/>
          </a:solidFill>
          <a:ln cap="flat" cmpd="sng" w="12700">
            <a:solidFill>
              <a:srgbClr val="C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48640" y="123444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04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04040"/>
                </a:solidFill>
                <a:latin typeface="Arial Black"/>
                <a:ea typeface="Arial Black"/>
                <a:cs typeface="Arial Black"/>
                <a:sym typeface="Arial Black"/>
              </a:rPr>
              <a:t>Plan inicial: API de la RAE  [DESCARTADO]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48640" y="1737360"/>
            <a:ext cx="3566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Consulta a dle.rae.es/srv/search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Timeout de 3s con AbortController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Devolvía true / false / null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Problema en producción:</a:t>
            </a:r>
            <a:b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La RAE bloquea peticiones desde dominios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externos (GitHub Pages) con CORS.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Todas las llamadas devuelven NetworkError.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834324" y="2697513"/>
            <a:ext cx="137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9B458"/>
                </a:solidFill>
                <a:latin typeface="Calibri"/>
                <a:ea typeface="Calibri"/>
                <a:cs typeface="Calibri"/>
                <a:sym typeface="Calibri"/>
              </a:rPr>
              <a:t>&gt;&gt;&gt;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Solución adoptada: JSON local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palabras.includes(intento)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836 palabras Hunspell es_ES curadas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Validación instantánea (sin red)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Ventajas respecto a la RAE:</a:t>
            </a:r>
            <a:b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Sin latencia de red, funciona offline,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sin dependencias externas,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resultado siempre fiable.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Vinculación con módulos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65760" y="1051560"/>
            <a:ext cx="2651760" cy="374904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0612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166420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Desarrollo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Entorno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0292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RA2 — Sintaxis JS: ES2022, async/await, closures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RA5 — Eventos: keydown, click, AbortController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RA6 — DOM: tablero dinámico, array 2D de celdas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246120" y="1051560"/>
            <a:ext cx="2651760" cy="374904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0615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337560" y="166420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Diseño 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Interfaces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38328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RA2 — CSS: variables, clamp(), grid, flex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Animaciones: @keyframes, transition 0.3s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Responsive: móvil (320px) a escritorio (1280px+)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126480" y="1051560"/>
            <a:ext cx="2651760" cy="374904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538D4E"/>
          </a:solidFill>
          <a:ln cap="flat" cmpd="sng" w="12700">
            <a:solidFill>
              <a:srgbClr val="538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0487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217920" y="166420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Entornos 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26364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RA1 — Separación HTML / JS / 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RA2 — VS Code, DevTools, depuración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RA3 — Scripts Python para el diccionario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Dificultades y soluciones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74320" y="1143000"/>
            <a:ext cx="2560320" cy="15087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74320" y="1143000"/>
            <a:ext cx="2560320" cy="64008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84048" y="1234440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Condición de carrera en animaciones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84048" y="1645920"/>
            <a:ext cx="23408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Variable animando separada de juegoActivo.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Captura de referencias locales antes de los setTimeout.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063240" y="1143000"/>
            <a:ext cx="2560320" cy="15087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3063240" y="1143000"/>
            <a:ext cx="2560320" cy="64008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3172968" y="1234440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alert() movía el foco al botón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172968" y="1645920"/>
            <a:ext cx="23408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Reemplazado por mostrarMensaje() CSS propio.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e.preventDefault() en keydown de Enter y Backspace.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852160" y="1143000"/>
            <a:ext cx="2560320" cy="15087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852160" y="1143000"/>
            <a:ext cx="2560320" cy="64008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961888" y="1234440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CORS bloqueó la API de la RAE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961888" y="1645920"/>
            <a:ext cx="23408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Descartada definitivamente. Validación migrada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 JSON Hunspell es_ES: más rápido, sin red, sin dependencias.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664208" y="2880360"/>
            <a:ext cx="2560320" cy="15087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1664208" y="2880360"/>
            <a:ext cx="2560320" cy="64008"/>
          </a:xfrm>
          <a:prstGeom prst="rect">
            <a:avLst/>
          </a:prstGeom>
          <a:solidFill>
            <a:srgbClr val="C9B458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1773936" y="2971800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Diccionario con palabras inválidas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773936" y="3383280"/>
            <a:ext cx="23408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Filtrado con Hunspell es_ES + script Python.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Eliminación de formas verbales por terminaciones típicas.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453128" y="2880360"/>
            <a:ext cx="2560320" cy="15087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453128" y="2880360"/>
            <a:ext cx="2560320" cy="64008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562856" y="2971800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Nueva partida durante la animación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62856" y="3383280"/>
            <a:ext cx="23408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Token de partida (tokenPartida++): cada setTimeout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comprueba el token antes de ejecutarse. Si cambió, se descarta.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3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21213"/>
                </a:solidFill>
                <a:latin typeface="Arial Black"/>
                <a:ea typeface="Arial Black"/>
                <a:cs typeface="Arial Black"/>
                <a:sym typeface="Arial Black"/>
              </a:rPr>
              <a:t>Anteproyecto vs. resultado final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Objetivos cumplidos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65760" y="155448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Lógica del juego en JavaScript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Interfaz responsive HTML +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Carga de palabras desde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Reinicio automático de partidas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Estadísticas en localStorage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Añadido más allá del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754880" y="155448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Perfiles múltiples (crear, borrar, editar)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Modo contrarreloj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Tema día / noche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Validación JSON Hunspell (CORS descartó RAE)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Contador de derrotas diferenciado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Chuleta de palabra secreta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Token de partida (bug animaciones corregido)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C9B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No implementado del anteproyecto: sonidos de interacción (previstos como opcionales)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65760" y="1188720"/>
            <a:ext cx="2651760" cy="35661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65760" y="1188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6AAA64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02920" y="21945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Todos los 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cumplidos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02920" y="301752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Juego funcional, responsive y con funcionalidades que superan el plan inicial.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246120" y="1188720"/>
            <a:ext cx="2651760" cy="35661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3246120" y="1188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9B458"/>
                </a:solidFill>
                <a:latin typeface="Calibri"/>
                <a:ea typeface="Calibri"/>
                <a:cs typeface="Calibri"/>
                <a:sym typeface="Calibri"/>
              </a:rPr>
              <a:t>[!]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383280" y="21945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Reto técnico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45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C9B458"/>
                </a:solidFill>
                <a:latin typeface="Arial Black"/>
                <a:ea typeface="Arial Black"/>
                <a:cs typeface="Arial Black"/>
                <a:sym typeface="Arial Black"/>
              </a:rPr>
              <a:t>superado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383280" y="301752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Asincronía, condiciones de carrera y token de partida resueltos con patrones robustos.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126480" y="1188720"/>
            <a:ext cx="2651760" cy="3566160"/>
          </a:xfrm>
          <a:prstGeom prst="rect">
            <a:avLst/>
          </a:prstGeom>
          <a:solidFill>
            <a:srgbClr val="1E1E20"/>
          </a:solidFill>
          <a:ln cap="flat" cmpd="sng" w="12700">
            <a:solidFill>
              <a:srgbClr val="2A2A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126480" y="1188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538D4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263640" y="21945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Mejoras futuras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8D4E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538D4E"/>
                </a:solidFill>
                <a:latin typeface="Arial Black"/>
                <a:ea typeface="Arial Black"/>
                <a:cs typeface="Arial Black"/>
                <a:sym typeface="Arial Black"/>
              </a:rPr>
              <a:t>identificadas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263640" y="301752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Backend real, tabla de clasificación global, sonidos e internacionalización del diccionario.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3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3840480" y="128016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Gracias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840480" y="22860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por vuestra atención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3840480" y="2971800"/>
            <a:ext cx="2286000" cy="36576"/>
          </a:xfrm>
          <a:prstGeom prst="rect">
            <a:avLst/>
          </a:prstGeom>
          <a:solidFill>
            <a:srgbClr val="6AAA64"/>
          </a:solidFill>
          <a:ln cap="flat" cmpd="sng" w="12700">
            <a:solidFill>
              <a:srgbClr val="6AA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3840480" y="32004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Darín Atanasov Atanasov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3840480" y="35661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IES Matemático Puig Adam  ·  DAW 2025-2026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840480" y="41605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A6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6AAA64"/>
                </a:solidFill>
                <a:latin typeface="Arial Black"/>
                <a:ea typeface="Arial Black"/>
                <a:cs typeface="Arial Black"/>
                <a:sym typeface="Arial Black"/>
              </a:rPr>
              <a:t>¿Preguntas?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50" y="612000"/>
            <a:ext cx="3535680" cy="3896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2026-05-23T13:06:11Z</dcterms:created>
  <dc:creator>Darín Atanasov Atanasov</dc:creator>
</cp:coreProperties>
</file>